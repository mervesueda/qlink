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82880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96912" y="182880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44384" y="182880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1856" y="182880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530352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530352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44384" y="530352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91856" y="530352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877824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6912" y="877824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44384" y="877824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877824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225296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96912" y="1225296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44384" y="1225296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91856" y="1225296"/>
            <a:ext cx="91440" cy="9144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Mimarilerinde Test Mühendisliği — MTH2526-B25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" y="100584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QLink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2286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QR Code Management Platform</a:t>
            </a:r>
            <a:endParaRPr lang="en-US" sz="2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15200" y="1280160"/>
            <a:ext cx="1463040" cy="146304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28600" y="2788920"/>
            <a:ext cx="8686800" cy="0"/>
          </a:xfrm>
          <a:prstGeom prst="line">
            <a:avLst/>
          </a:prstGeom>
          <a:noFill/>
          <a:ln w="190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860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Merve Sueda Aydın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Seda Demirhan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286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#35 — QR Code Generator Service  |  Marmara Üniversitesi 2026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397764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86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404872" y="397764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404872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581144" y="397764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81144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757416" y="397764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57416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S3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28600" y="4361688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28600" y="4361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404872" y="4361688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404872" y="4361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81144" y="4361688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81144" y="4361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757416" y="4361688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57416" y="4361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bileşen, tek docker-compose komutu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737360" cy="1005840"/>
          </a:xfrm>
          <a:prstGeom prst="rect">
            <a:avLst/>
          </a:prstGeom>
          <a:solidFill>
            <a:srgbClr val="1E2D5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783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1737360" cy="1005840"/>
          </a:xfrm>
          <a:prstGeom prst="rect">
            <a:avLst/>
          </a:prstGeom>
          <a:solidFill>
            <a:srgbClr val="1E2D54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143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783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1097280"/>
            <a:ext cx="1737360" cy="1005840"/>
          </a:xfrm>
          <a:prstGeom prst="rect">
            <a:avLst/>
          </a:prstGeom>
          <a:solidFill>
            <a:srgbClr val="1E2D5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143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1783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2606040"/>
            <a:ext cx="1737360" cy="1005840"/>
          </a:xfrm>
          <a:prstGeom prst="rect">
            <a:avLst/>
          </a:prstGeom>
          <a:solidFill>
            <a:srgbClr val="1E2D54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6517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43400" y="3291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:4566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097280"/>
            <a:ext cx="2286000" cy="640080"/>
          </a:xfrm>
          <a:prstGeom prst="rect">
            <a:avLst/>
          </a:prstGeom>
          <a:solidFill>
            <a:srgbClr val="1E2D5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 :9090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2103120"/>
            <a:ext cx="2286000" cy="640080"/>
          </a:xfrm>
          <a:prstGeom prst="rect">
            <a:avLst/>
          </a:prstGeom>
          <a:solidFill>
            <a:srgbClr val="1E2D5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 :3001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108960"/>
            <a:ext cx="2286000" cy="640080"/>
          </a:xfrm>
          <a:prstGeom prst="rect">
            <a:avLst/>
          </a:prstGeom>
          <a:solidFill>
            <a:srgbClr val="1E2D5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 :16686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Tracing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65960" y="1600200"/>
            <a:ext cx="32004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1600200"/>
            <a:ext cx="32004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2103120"/>
            <a:ext cx="0" cy="50292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154680" y="2606040"/>
            <a:ext cx="11887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080760" y="1463040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28600" y="4251960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42519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286000" y="4206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/ S3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Stratejisi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piramidi — tabandan tavana 4 katman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71800" y="1005840"/>
            <a:ext cx="3200400" cy="731520"/>
          </a:xfrm>
          <a:prstGeom prst="rect">
            <a:avLst/>
          </a:prstGeom>
          <a:solidFill>
            <a:srgbClr val="F59E0B">
              <a:alpha val="9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10424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(Playwright)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senaryo · Chromium headless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41848" y="1078992"/>
            <a:ext cx="411480" cy="411480"/>
          </a:xfrm>
          <a:prstGeom prst="ellipse">
            <a:avLst/>
          </a:prstGeom>
          <a:solidFill>
            <a:srgbClr val="0F1729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1848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57400" y="1874520"/>
            <a:ext cx="5029200" cy="731520"/>
          </a:xfrm>
          <a:prstGeom prst="rect">
            <a:avLst/>
          </a:prstGeom>
          <a:solidFill>
            <a:srgbClr val="3B82F6">
              <a:alpha val="9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9110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(Testcontainers)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94560" y="2258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test · Gerçek PostgreSQL container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56248" y="1947672"/>
            <a:ext cx="411480" cy="411480"/>
          </a:xfrm>
          <a:prstGeom prst="ellipse">
            <a:avLst/>
          </a:prstGeom>
          <a:solidFill>
            <a:srgbClr val="0F1729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947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43000" y="2743200"/>
            <a:ext cx="6858000" cy="731520"/>
          </a:xfrm>
          <a:prstGeom prst="rect">
            <a:avLst/>
          </a:prstGeom>
          <a:solidFill>
            <a:srgbClr val="10B981">
              <a:alpha val="9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77977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(Pytest + moto[s3])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280160" y="3127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test · Mock S3 · Factory Boy + Faker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70648" y="2816352"/>
            <a:ext cx="411480" cy="411480"/>
          </a:xfrm>
          <a:prstGeom prst="ellipse">
            <a:avLst/>
          </a:prstGeom>
          <a:solidFill>
            <a:srgbClr val="0F172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8412480" cy="731520"/>
          </a:xfrm>
          <a:prstGeom prst="rect">
            <a:avLst/>
          </a:prstGeom>
          <a:solidFill>
            <a:srgbClr val="6366F1">
              <a:alpha val="80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48456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(Newman)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39959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istek · 27 assertion · CI entegrasyonu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47888" y="3685032"/>
            <a:ext cx="411480" cy="411480"/>
          </a:xfrm>
          <a:prstGeom prst="ellipse">
            <a:avLst/>
          </a:prstGeom>
          <a:solidFill>
            <a:srgbClr val="0F1729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0" y="1005840"/>
            <a:ext cx="2011680" cy="914400"/>
          </a:xfrm>
          <a:prstGeom prst="rect">
            <a:avLst/>
          </a:prstGeom>
          <a:solidFill>
            <a:srgbClr val="1E2D5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858000" y="17190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≥ %70  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" y="48006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Performans: k6 · 200 VU aşamalı profil · p95 &lt; 500ms threshold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—  Her push ve PR'da otomatik tetiklenir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131243" cy="1371600"/>
          </a:xfrm>
          <a:prstGeom prst="rect">
            <a:avLst/>
          </a:prstGeom>
          <a:solidFill>
            <a:srgbClr val="1E2D5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622" y="9601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622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10398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554480"/>
            <a:ext cx="10398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&amp; import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23851" y="173736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9571" y="1051560"/>
            <a:ext cx="1131243" cy="1371600"/>
          </a:xfrm>
          <a:prstGeom prst="rect">
            <a:avLst/>
          </a:prstGeom>
          <a:solidFill>
            <a:srgbClr val="1E2D5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06593" y="9601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06593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15291" y="1097280"/>
            <a:ext cx="10398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15291" y="1554480"/>
            <a:ext cx="10398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64823" y="173736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10543" y="1051560"/>
            <a:ext cx="1131243" cy="1371600"/>
          </a:xfrm>
          <a:prstGeom prst="rect">
            <a:avLst/>
          </a:prstGeom>
          <a:solidFill>
            <a:srgbClr val="1E2D54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47565" y="96012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7565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56263" y="1097280"/>
            <a:ext cx="10398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56263" y="1554480"/>
            <a:ext cx="10398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05794" y="173736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51514" y="1051560"/>
            <a:ext cx="1131243" cy="1371600"/>
          </a:xfrm>
          <a:prstGeom prst="rect">
            <a:avLst/>
          </a:prstGeom>
          <a:solidFill>
            <a:srgbClr val="1E2D54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88536" y="96012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88536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97234" y="1097280"/>
            <a:ext cx="10398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97234" y="1554480"/>
            <a:ext cx="10398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46766" y="173736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92486" y="1051560"/>
            <a:ext cx="1131243" cy="1371600"/>
          </a:xfrm>
          <a:prstGeom prst="rect">
            <a:avLst/>
          </a:prstGeom>
          <a:solidFill>
            <a:srgbClr val="1E2D5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29507" y="9601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29507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38206" y="1097280"/>
            <a:ext cx="10398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38206" y="1554480"/>
            <a:ext cx="10398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87737" y="173736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3457" y="1051560"/>
            <a:ext cx="1131243" cy="1371600"/>
          </a:xfrm>
          <a:prstGeom prst="rect">
            <a:avLst/>
          </a:prstGeom>
          <a:solidFill>
            <a:srgbClr val="1E2D5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70479" y="9601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70479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79177" y="1097280"/>
            <a:ext cx="10398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Newman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79177" y="1554480"/>
            <a:ext cx="10398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assertion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28709" y="173736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74429" y="1051560"/>
            <a:ext cx="1131243" cy="1371600"/>
          </a:xfrm>
          <a:prstGeom prst="rect">
            <a:avLst/>
          </a:prstGeom>
          <a:solidFill>
            <a:srgbClr val="1E2D54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11450" y="960120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1145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20149" y="1097280"/>
            <a:ext cx="10398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720149" y="1554480"/>
            <a:ext cx="10398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2743200"/>
            <a:ext cx="4023360" cy="502920"/>
          </a:xfrm>
          <a:prstGeom prst="rect">
            <a:avLst/>
          </a:prstGeom>
          <a:solidFill>
            <a:srgbClr val="1E2D54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743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Coverage &lt; %70 → Pipeline durur (fail-under gate)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80560" y="2743200"/>
            <a:ext cx="4434840" cy="502920"/>
          </a:xfrm>
          <a:prstGeom prst="rect">
            <a:avLst/>
          </a:prstGeom>
          <a:solidFill>
            <a:srgbClr val="1E2D5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26280" y="2743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Tüm adımlar yeşil → imaj Registry'ye push + Minikube deploy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28600" y="3520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Helm (+5) · ArgoCD GitOps (+5) · OpenTelemetry Tracing (+5)  →  +15 puan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Jaeger (OTel)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2377440"/>
          </a:xfrm>
          <a:prstGeom prst="rect">
            <a:avLst/>
          </a:prstGeom>
          <a:solidFill>
            <a:srgbClr val="1E2D54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384048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Latency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" y="2286000"/>
            <a:ext cx="182880" cy="27432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2103120"/>
            <a:ext cx="182880" cy="45720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194560"/>
            <a:ext cx="182880" cy="36576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" y="1920240"/>
            <a:ext cx="182880" cy="64008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2011680"/>
            <a:ext cx="182880" cy="54864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72768" y="1828800"/>
            <a:ext cx="182880" cy="73152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9656" y="2057400"/>
            <a:ext cx="182880" cy="50292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6544" y="1965960"/>
            <a:ext cx="182880" cy="59436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13432" y="2148840"/>
            <a:ext cx="182880" cy="41148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1874520"/>
            <a:ext cx="182880" cy="68580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334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/ p99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1005840"/>
            <a:ext cx="2743200" cy="2377440"/>
          </a:xfrm>
          <a:prstGeom prst="rect">
            <a:avLst/>
          </a:prstGeom>
          <a:solidFill>
            <a:srgbClr val="1E2D5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1005840"/>
            <a:ext cx="2743200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024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64408" y="2286000"/>
            <a:ext cx="182880" cy="27432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11296" y="2103120"/>
            <a:ext cx="182880" cy="45720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58184" y="2194560"/>
            <a:ext cx="182880" cy="36576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5072" y="1920240"/>
            <a:ext cx="182880" cy="64008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2011680"/>
            <a:ext cx="182880" cy="54864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8848" y="1828800"/>
            <a:ext cx="182880" cy="73152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45736" y="2057400"/>
            <a:ext cx="182880" cy="50292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92624" y="1965960"/>
            <a:ext cx="182880" cy="59436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39512" y="2148840"/>
            <a:ext cx="182880" cy="41148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1874520"/>
            <a:ext cx="182880" cy="68580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26334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+ 5xx / toplam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isteğe oranı (%)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1005840"/>
            <a:ext cx="2743200" cy="2377440"/>
          </a:xfrm>
          <a:prstGeom prst="rect">
            <a:avLst/>
          </a:prstGeom>
          <a:solidFill>
            <a:srgbClr val="1E2D5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1005840"/>
            <a:ext cx="274320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1024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90488" y="2286000"/>
            <a:ext cx="182880" cy="27432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7376" y="2103120"/>
            <a:ext cx="182880" cy="45720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84264" y="2194560"/>
            <a:ext cx="182880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31152" y="1920240"/>
            <a:ext cx="182880" cy="64008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78040" y="2011680"/>
            <a:ext cx="182880" cy="54864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24928" y="1828800"/>
            <a:ext cx="182880" cy="73152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71816" y="2057400"/>
            <a:ext cx="182880" cy="50292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18704" y="1965960"/>
            <a:ext cx="182880" cy="5943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65592" y="2148840"/>
            <a:ext cx="182880" cy="41148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12480" y="1874520"/>
            <a:ext cx="182880" cy="68580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26334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başarılı istek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saniye (2xx)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3520440"/>
            <a:ext cx="8686800" cy="868680"/>
          </a:xfrm>
          <a:prstGeom prst="rect">
            <a:avLst/>
          </a:prstGeom>
          <a:solidFill>
            <a:srgbClr val="1E2D5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 Ağacı (Bonus)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3904488"/>
            <a:ext cx="1508760" cy="228600"/>
          </a:xfrm>
          <a:prstGeom prst="rect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9044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874520" y="4014216"/>
            <a:ext cx="192024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66544" y="3904488"/>
            <a:ext cx="1508760" cy="228600"/>
          </a:xfrm>
          <a:prstGeom prst="rect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66544" y="39044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575304" y="4014216"/>
            <a:ext cx="192024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67328" y="3904488"/>
            <a:ext cx="1508760" cy="228600"/>
          </a:xfrm>
          <a:prstGeom prst="rect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67328" y="39044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qr_service.generate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276088" y="4014216"/>
            <a:ext cx="192024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68112" y="3904488"/>
            <a:ext cx="1508760" cy="228600"/>
          </a:xfrm>
          <a:prstGeom prst="rect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68112" y="39044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s3_service.upload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976872" y="4014216"/>
            <a:ext cx="192024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68896" y="3904488"/>
            <a:ext cx="1508760" cy="228600"/>
          </a:xfrm>
          <a:prstGeom prst="rect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68896" y="39044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insert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Sayılar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hedefler karşılandı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1691640"/>
          </a:xfrm>
          <a:prstGeom prst="rect">
            <a:avLst/>
          </a:prstGeom>
          <a:solidFill>
            <a:srgbClr val="1E2D5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≥70%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11680" cy="1691640"/>
          </a:xfrm>
          <a:prstGeom prst="rect">
            <a:avLst/>
          </a:prstGeom>
          <a:solidFill>
            <a:srgbClr val="1E2D5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1460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331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moto[s3]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2011680" cy="1691640"/>
          </a:xfrm>
          <a:prstGeom prst="rect">
            <a:avLst/>
          </a:prstGeom>
          <a:solidFill>
            <a:srgbClr val="1E2D5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70916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331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2011680" cy="1691640"/>
          </a:xfrm>
          <a:prstGeom prst="rect">
            <a:avLst/>
          </a:prstGeom>
          <a:solidFill>
            <a:srgbClr val="1E2D5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90372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Senaryo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2331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926080"/>
            <a:ext cx="2011680" cy="1691640"/>
          </a:xfrm>
          <a:prstGeom prst="rect">
            <a:avLst/>
          </a:prstGeom>
          <a:solidFill>
            <a:srgbClr val="1E2D5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108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187ms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32004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251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&lt;500ms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23160" y="2926080"/>
            <a:ext cx="2011680" cy="1691640"/>
          </a:xfrm>
          <a:prstGeom prst="rect">
            <a:avLst/>
          </a:prstGeom>
          <a:solidFill>
            <a:srgbClr val="1E2D5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3108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25146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Oranı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14600" y="4251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VU tepede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2926080"/>
            <a:ext cx="2011680" cy="1691640"/>
          </a:xfrm>
          <a:prstGeom prst="rect">
            <a:avLst/>
          </a:prstGeom>
          <a:solidFill>
            <a:srgbClr val="1E2D5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108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470916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Puan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Helm+ArgoCD+OTel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12280" y="2926080"/>
            <a:ext cx="2011680" cy="1691640"/>
          </a:xfrm>
          <a:prstGeom prst="rect">
            <a:avLst/>
          </a:prstGeom>
          <a:solidFill>
            <a:srgbClr val="1E2D5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108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690372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Yeşil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4251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adımlar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 &amp; Zorluklar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097280"/>
          </a:xfrm>
          <a:prstGeom prst="rect">
            <a:avLst/>
          </a:prstGeom>
          <a:solidFill>
            <a:srgbClr val="1E2D5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9326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katmanları birbirini tamamlar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testler hızlı geri bildirim, entegrasyon testleri gerçek ortam, E2E senaryolar kullanıcı bakışı sağlar. Hiçbirini atlamak kör nokta yaratır.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2075688"/>
            <a:ext cx="8686800" cy="1097280"/>
          </a:xfrm>
          <a:prstGeom prst="rect">
            <a:avLst/>
          </a:prstGeom>
          <a:solidFill>
            <a:srgbClr val="1E2D54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33172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1671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CI'da ortam farkları erken yakalanır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53288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URL'leri lokal ile CI'da farklı port üretiyor — endpoint_url injection ile çözüldü. Asıl değer CI'ın bu farkı expose etmesidir.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310128"/>
            <a:ext cx="8686800" cy="1097280"/>
          </a:xfrm>
          <a:prstGeom prst="rect">
            <a:avLst/>
          </a:prstGeom>
          <a:solidFill>
            <a:srgbClr val="1E2D5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5661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4015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tasarımla başlar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76732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dashboard'unu sonradan eklemek yerine metrics.py'yi baştan yazıp /metrics endpoint'ini kurmak, izleme için hiçbir refactor gerektirmedi.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4526280"/>
            <a:ext cx="8686800" cy="45720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"Karmaşık uygulama yazmak değil, basit uygulama için endüstri standardında altyapı kurmak."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QLink — MTH2526-B25 Final Sunumu</dc:title>
  <dc:subject>PptxGenJS Presentation</dc:subject>
  <dc:creator>PptxGenJS</dc:creator>
  <cp:lastModifiedBy>PptxGenJS</cp:lastModifiedBy>
  <cp:revision>1</cp:revision>
  <dcterms:created xsi:type="dcterms:W3CDTF">2026-06-04T18:57:42Z</dcterms:created>
  <dcterms:modified xsi:type="dcterms:W3CDTF">2026-06-04T18:57:42Z</dcterms:modified>
</cp:coreProperties>
</file>